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95"/>
    <a:srgbClr val="FF6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0" autoAdjust="0"/>
  </p:normalViewPr>
  <p:slideViewPr>
    <p:cSldViewPr snapToGrid="0" showGuides="1">
      <p:cViewPr>
        <p:scale>
          <a:sx n="75" d="100"/>
          <a:sy n="75" d="100"/>
        </p:scale>
        <p:origin x="489" y="516"/>
      </p:cViewPr>
      <p:guideLst>
        <p:guide orient="horz" pos="2160"/>
        <p:guide pos="3840"/>
        <p:guide pos="211"/>
        <p:guide pos="74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3461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5226DFD-7B12-33B0-1C6C-A7FE9744F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33529B-5C43-F028-6F5E-FE220F46FD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CF6C3-3B26-4602-A1D4-7D0ED8E735B8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749496-3173-DD6C-8853-C12652A63A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E76C52-B8A1-61B1-8694-E8321CD3A1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03A77-E50A-4DAF-B593-1EF627EE7A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14238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02C69-8DE2-4037-9273-B483969A225B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97237-9A32-443D-ADDA-6790E021DD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47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97237-9A32-443D-ADDA-6790E021DD4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900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61A02-62D8-57FF-0F63-7B6CB55FB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AC96F6-93C0-4375-B7C7-787538BBA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396710-DDF3-C97C-C39D-92E7769D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846C2-16E4-48DF-A0F3-6554C1CCFA10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096D0-DEA8-8FC9-6FC8-BC3DDB4C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1FF5D6-3E56-FD96-3411-82E10F4F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592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08BDD-BE9D-1AE0-66D3-F15AF1D9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D551C6-E6EE-4039-BCAC-E7FD19FA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A552DB-8FAB-EA30-0D19-0102EBAD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1B4C-BD50-48AD-AB40-827EEA5023B4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C0189F-DBDC-6797-C2D3-E0E482D8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01AB3E-080F-4801-0992-19F4AF0C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962B9-3609-E246-0126-8D9A139A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916762-F11A-D409-4B96-BDEDE640C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D5AD02-A644-6DD9-8422-78D81060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0A6-1F72-4E7E-B252-52FDC2B6EA8A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63CA4A-1770-B7CA-0DF8-3A2A4779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E08397-7575-E620-E945-2624863D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913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0C298-1C9B-2360-DE7A-78259051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019CF2-959D-BF78-6E82-F794E00B9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8F1DE9-8CA4-5FC6-29D1-B72D1D5DF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F0E42F-592E-5C7F-2D2F-540502A9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6F40-A7F1-495C-AEEC-50FAE4092135}" type="datetime1">
              <a:rPr lang="ru-RU" smtClean="0"/>
              <a:t>13.06.2026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0473E7-F4E7-3918-D64A-ABBFDEFE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A72453-35C2-2395-9ED6-F89D9F6E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95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A8617-3CF6-02A3-8009-BA4DF8E9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B9A1AD-F569-BF99-33C3-68E9403F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68BCD6-FCD1-0597-CA64-95E8A0893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3F3DDED-03E2-6F3D-1E96-FFD4146BD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3B8F95F-3968-EDC0-DA8F-748D5B8DD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3A54EA-4CE6-3867-4189-21507BED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1067-761F-4239-9025-4C060066BB29}" type="datetime1">
              <a:rPr lang="ru-RU" smtClean="0"/>
              <a:t>13.06.2026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765D3B-D879-CE58-587C-BB9C4BFD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FF8B4A1-6E57-1556-E528-7BFEA919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749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78F3C-787D-2644-066F-10390279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C3654C-5C7C-448E-DCB4-7CFBA4143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39CB9-9715-4637-A2D1-25395F64EF66}" type="datetime1">
              <a:rPr lang="ru-RU" smtClean="0"/>
              <a:t>13.06.2026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B784A1-0857-7B19-06E8-DD9E46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E8701E-B504-F810-34A8-64A044FE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987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C83353-73E3-A0C0-7D7D-6431D9E76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BC78-889D-4682-A789-DAE2AE10FFB4}" type="datetime1">
              <a:rPr lang="ru-RU" smtClean="0"/>
              <a:t>13.06.2026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08036E-4085-91CC-38F6-70A6FCC9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A296D3-76D5-AE5B-223C-E1EA51F3D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158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81CF4-365C-87A3-1A48-7B020ECB8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4FF640-D8CB-41D3-661F-112B885A4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7B20B9-E197-83B2-28BE-CAD68D249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2BD2B1-28EF-6121-1128-DE552ED7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D9AD-2D88-46BA-89E3-03DFC5B96BB0}" type="datetime1">
              <a:rPr lang="ru-RU" smtClean="0"/>
              <a:t>13.06.2026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7B5086-0C0F-F0F0-E67C-DA8F78EF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7D95B2-49D9-1DE6-69A3-32FBEF0E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629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90C48-8132-F025-790C-55E82FEE6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ABD747-9E90-40E4-90FC-CD466C717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4DFFB5-3ACB-EA96-8968-E9E6E0627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30605E-1D41-AF86-519E-9C90FB74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A38F-5ECD-4502-9FE1-D737DB87ACFA}" type="datetime1">
              <a:rPr lang="ru-RU" smtClean="0"/>
              <a:t>13.06.2026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224591-EB1C-590F-0704-EADDF4CF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5E91B3-87F2-9F92-6F73-42A33085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675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13497-963C-0019-CE8B-736277D9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0674B2-C55D-9B87-DC42-DD3C25431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1D6F8F-87FC-120B-0267-00E33AE6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8C00-9DAD-4B9E-B467-FDAC9C874762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7301A-274F-5DE7-2F2B-030BB5C3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08C153-D885-E5E8-9DCB-8516543C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591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8C285A-EE87-01C2-C80E-B57A6E599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8A9A0F-1089-39FB-E4B2-6CAEEF280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8715D1-3ABF-F65D-0E6A-CA209EDD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155-C02B-4E23-A3A2-38D596AA0380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1BE47F-BA2C-9867-50F8-BA6C53EB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6275BA-72E2-7B8F-06C9-37C629B8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75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1583D-7877-6E33-572A-2C6517D8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F0B7BE-837F-57C2-DFDD-350042AF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DD61B4-693C-4042-2C0F-4BADA0D18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B6FD9-0481-48E1-AAF2-037F64EC94C6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E7D339-895B-6CD5-8318-B713FC5DC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27380B-29FA-064E-41A8-F986CE0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2CC4F-E372-4903-AEE1-D93856D9C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61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D3D992F-6566-C37C-CF57-2E91AAA660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17417" r="23093" b="20852"/>
          <a:stretch>
            <a:fillRect/>
          </a:stretch>
        </p:blipFill>
        <p:spPr bwMode="auto">
          <a:xfrm>
            <a:off x="334963" y="46466"/>
            <a:ext cx="822239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631091-028B-BADA-D73B-1F64DFCA1DF4}"/>
              </a:ext>
            </a:extLst>
          </p:cNvPr>
          <p:cNvSpPr txBox="1"/>
          <p:nvPr/>
        </p:nvSpPr>
        <p:spPr>
          <a:xfrm>
            <a:off x="1157202" y="55550"/>
            <a:ext cx="59647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3A3A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ДЕПАРТАМЕНТ ОБРАЗОВАНИЯ И НАУКИ ГОРОДА МОСКВЫ</a:t>
            </a:r>
          </a:p>
          <a:p>
            <a:r>
              <a:rPr lang="ru-RU" sz="1400" dirty="0">
                <a:solidFill>
                  <a:srgbClr val="3A3A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</a:t>
            </a:r>
          </a:p>
          <a:p>
            <a:r>
              <a:rPr lang="ru-RU" sz="1400" dirty="0">
                <a:solidFill>
                  <a:srgbClr val="3A3A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города Москвы</a:t>
            </a:r>
          </a:p>
          <a:p>
            <a:r>
              <a:rPr lang="ru-RU" sz="1400" dirty="0">
                <a:solidFill>
                  <a:srgbClr val="3A3A95"/>
                </a:solidFill>
                <a:latin typeface="Arial Black" panose="020B0A04020102020204" pitchFamily="34" charset="0"/>
              </a:rPr>
              <a:t>«</a:t>
            </a:r>
            <a:r>
              <a:rPr lang="ru-RU" sz="1400" b="1" dirty="0">
                <a:solidFill>
                  <a:srgbClr val="3A3A95"/>
                </a:solidFill>
                <a:latin typeface="Arial Black" panose="020B0A04020102020204" pitchFamily="34" charset="0"/>
              </a:rPr>
              <a:t>Колледж малого бизнеса № 4</a:t>
            </a:r>
            <a:r>
              <a:rPr lang="ru-RU" sz="1400" dirty="0">
                <a:solidFill>
                  <a:srgbClr val="3A3A95"/>
                </a:solidFill>
                <a:latin typeface="Arial Black" panose="020B0A04020102020204" pitchFamily="34" charset="0"/>
              </a:rPr>
              <a:t>»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F4E874-232B-1D14-1BA8-0E8ED00827FF}"/>
              </a:ext>
            </a:extLst>
          </p:cNvPr>
          <p:cNvSpPr txBox="1"/>
          <p:nvPr/>
        </p:nvSpPr>
        <p:spPr>
          <a:xfrm>
            <a:off x="2295163" y="2029927"/>
            <a:ext cx="7601673" cy="646331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dirty="0">
                <a:latin typeface="Arial Black" panose="020B0A04020102020204" pitchFamily="34" charset="0"/>
              </a:rPr>
              <a:t>ВЫПУСКНАЯ КВАЛИФИКАЦИОННАЯ РАБОТА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теме: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6F8187-3C20-C68D-DD13-A88685394AE6}"/>
              </a:ext>
            </a:extLst>
          </p:cNvPr>
          <p:cNvSpPr txBox="1"/>
          <p:nvPr/>
        </p:nvSpPr>
        <p:spPr>
          <a:xfrm>
            <a:off x="334962" y="4881468"/>
            <a:ext cx="7929361" cy="1323439"/>
          </a:xfrm>
          <a:prstGeom prst="rect">
            <a:avLst/>
          </a:prstGeom>
          <a:noFill/>
        </p:spPr>
        <p:txBody>
          <a:bodyPr wrap="square" lIns="0" tIns="36000" rIns="0" bIns="36000" anchor="ctr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Специальность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: 09.02.07 Информационные системы и программирование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Квалификация: 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Специалист по информационным системам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Курс </a:t>
            </a:r>
            <a:r>
              <a:rPr lang="ru-RU" sz="1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, группа </a:t>
            </a:r>
            <a:r>
              <a:rPr lang="ru-RU" sz="1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ИПО-41.22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Обучающийся: </a:t>
            </a:r>
            <a:r>
              <a:rPr lang="ru-RU" sz="1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Иванов Иван Иванович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 </a:t>
            </a:r>
            <a:r>
              <a:rPr lang="ru-RU" sz="1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Петров Петр Петрович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9127D-D5C9-CA95-EF0A-DECD30E84850}"/>
              </a:ext>
            </a:extLst>
          </p:cNvPr>
          <p:cNvSpPr txBox="1"/>
          <p:nvPr/>
        </p:nvSpPr>
        <p:spPr>
          <a:xfrm>
            <a:off x="334961" y="2676258"/>
            <a:ext cx="11522075" cy="1200329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«</a:t>
            </a:r>
            <a:r>
              <a:rPr lang="ru-R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Разработка и исследование гибридной E-</a:t>
            </a:r>
            <a:r>
              <a:rPr lang="ru-RU" sz="2400" dirty="0" err="1">
                <a:solidFill>
                  <a:srgbClr val="FF0000"/>
                </a:solidFill>
                <a:latin typeface="Arial Black" panose="020B0A04020102020204" pitchFamily="34" charset="0"/>
              </a:rPr>
              <a:t>commerce</a:t>
            </a:r>
            <a:r>
              <a:rPr lang="ru-R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 платформы для торговли спортивными товарами на основе микросервисной архитектуры и экосистемы внешних сервисов</a:t>
            </a:r>
            <a:r>
              <a:rPr lang="ru-RU" sz="2400" dirty="0">
                <a:latin typeface="Arial Black" panose="020B0A04020102020204" pitchFamily="34" charset="0"/>
              </a:rPr>
              <a:t>»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6E51F5-BBE8-FE8B-0F5C-F2BC27C5C57D}"/>
              </a:ext>
            </a:extLst>
          </p:cNvPr>
          <p:cNvSpPr txBox="1"/>
          <p:nvPr/>
        </p:nvSpPr>
        <p:spPr>
          <a:xfrm>
            <a:off x="4578750" y="6483526"/>
            <a:ext cx="3034495" cy="318924"/>
          </a:xfrm>
          <a:prstGeom prst="rect">
            <a:avLst/>
          </a:prstGeom>
          <a:noFill/>
        </p:spPr>
        <p:txBody>
          <a:bodyPr wrap="square" lIns="0" tIns="36000" rIns="0" bIns="36000" anchor="ctr">
            <a:spAutoFit/>
          </a:bodyPr>
          <a:lstStyle/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Москва, 2026</a:t>
            </a: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BBD7AEB9-0823-6148-E3FD-AB5F384DDDA2}"/>
              </a:ext>
            </a:extLst>
          </p:cNvPr>
          <p:cNvSpPr/>
          <p:nvPr/>
        </p:nvSpPr>
        <p:spPr>
          <a:xfrm>
            <a:off x="334963" y="1000574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7622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84603F7-0122-5A9E-48E0-8AE321ADA366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FE726-9925-A504-979F-BF45D8C05085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Цель и задачи ВКР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38929-977D-3D74-E7F2-E19C8F76A4F5}"/>
              </a:ext>
            </a:extLst>
          </p:cNvPr>
          <p:cNvSpPr txBox="1"/>
          <p:nvPr/>
        </p:nvSpPr>
        <p:spPr>
          <a:xfrm>
            <a:off x="334963" y="2828836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 этом слайде нужно четко назвать цель работы и показать, какие действия были выполнены для ее достижения. Задачи должны соответствовать главам ВКР и демонстрировать движение от анализа к реализации и проверке результата. Объект и предмет исследования желательно произнести кратко, не превращая слайд в чтение текста.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A1027F8-12CC-5ED7-53AD-8BEA8E1F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96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DE00-AAE5-D0E0-685B-32DFE8FCC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3DBF0DBC-BA19-6D3F-3966-5D550A52B38D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C7175-E7B1-18ED-B3CB-2B2A3352982A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Актуальность и проблема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A1AC3-52EB-CCC1-A6B1-E088BBF75570}"/>
              </a:ext>
            </a:extLst>
          </p:cNvPr>
          <p:cNvSpPr txBox="1"/>
          <p:nvPr/>
        </p:nvSpPr>
        <p:spPr>
          <a:xfrm>
            <a:off x="334963" y="2828836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Здесь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раскрывается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не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просто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общая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важность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темы</a:t>
            </a:r>
            <a:r>
              <a:rPr lang="en-US" dirty="0">
                <a:solidFill>
                  <a:srgbClr val="FF0000"/>
                </a:solidFill>
              </a:rPr>
              <a:t>, а </a:t>
            </a:r>
            <a:r>
              <a:rPr lang="en-US" dirty="0" err="1">
                <a:solidFill>
                  <a:srgbClr val="FF0000"/>
                </a:solidFill>
              </a:rPr>
              <a:t>конкретная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проблема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из-за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которой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разработка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действительно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нужна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 err="1">
                <a:solidFill>
                  <a:srgbClr val="FF0000"/>
                </a:solidFill>
              </a:rPr>
              <a:t>Нужно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показать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кому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мешает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эта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проблема</a:t>
            </a:r>
            <a:r>
              <a:rPr lang="en-US" dirty="0">
                <a:solidFill>
                  <a:srgbClr val="FF0000"/>
                </a:solidFill>
              </a:rPr>
              <a:t> и </a:t>
            </a:r>
            <a:r>
              <a:rPr lang="en-US" dirty="0" err="1">
                <a:solidFill>
                  <a:srgbClr val="FF0000"/>
                </a:solidFill>
              </a:rPr>
              <a:t>какие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ограничения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имеют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существующие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способы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работы</a:t>
            </a:r>
            <a:r>
              <a:rPr lang="en-US" dirty="0">
                <a:solidFill>
                  <a:srgbClr val="FF0000"/>
                </a:solidFill>
              </a:rPr>
              <a:t>. В </a:t>
            </a:r>
            <a:r>
              <a:rPr lang="en-US" dirty="0" err="1">
                <a:solidFill>
                  <a:srgbClr val="FF0000"/>
                </a:solidFill>
              </a:rPr>
              <a:t>конце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логично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подвести</a:t>
            </a:r>
            <a:r>
              <a:rPr lang="en-US" dirty="0">
                <a:solidFill>
                  <a:srgbClr val="FF0000"/>
                </a:solidFill>
              </a:rPr>
              <a:t> к </a:t>
            </a:r>
            <a:r>
              <a:rPr lang="en-US" dirty="0" err="1">
                <a:solidFill>
                  <a:srgbClr val="FF0000"/>
                </a:solidFill>
              </a:rPr>
              <a:t>тому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что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разработка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собственного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решения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является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обоснованной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BE16C0-69CE-1701-FE63-3AB0E7BE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24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A0159-FE24-B5BE-2BC3-36E19BDB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09E43C67-43D6-C9C5-D89A-2FA06BB6B5D5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C61CE-3189-F43F-F5D6-8BA1FF5AF484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69351-5D65-6139-6AC4-E2F3B3D178C4}"/>
              </a:ext>
            </a:extLst>
          </p:cNvPr>
          <p:cNvSpPr txBox="1"/>
          <p:nvPr/>
        </p:nvSpPr>
        <p:spPr>
          <a:xfrm>
            <a:off x="334963" y="2828836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В аналитической части важно показать, что сначала была изучена предметная область, а не сразу нарисован интерфейс. Расскажите, какие участники процесса есть, какие данные используются и где возникают основные сложности. Этот слайд должен подвести к формированию требований к будущей системе.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1CA6D1-30D8-EF10-7876-03F6785E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0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5BD95-ADD7-0109-4BC8-6B6E669A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744342BF-6FC0-09B4-7897-06A84617C48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ECA8C-F878-5DC2-8792-91589247EF6B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Обзор аналогов и выбор подхода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27FCA-B6A4-8ED8-F003-795BB0FA948D}"/>
              </a:ext>
            </a:extLst>
          </p:cNvPr>
          <p:cNvSpPr txBox="1"/>
          <p:nvPr/>
        </p:nvSpPr>
        <p:spPr>
          <a:xfrm>
            <a:off x="334963" y="2828836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 защите не нужно подробно пересказывать все аналоги, достаточно показать критерии сравнения и объяснить, почему готовые решения не закрывают задачу полностью. Подчеркните, что собственная разработка выбрана не ради самой разработки, а из-за конкретных ограничений аналогов. Завершите слайд выводом о переходе к проектированию.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026431-1AFC-0C35-AC2C-E6402DFE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08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B49E-84FF-4B54-B439-DA482706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73C9FF3A-9685-6110-1E55-0BC14772F13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EC8B2-7636-CE18-0AC9-1E2D32D5D0A1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Архитектура решения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77C28-F2BB-8FA6-98FA-96CB9A45AF67}"/>
              </a:ext>
            </a:extLst>
          </p:cNvPr>
          <p:cNvSpPr txBox="1"/>
          <p:nvPr/>
        </p:nvSpPr>
        <p:spPr>
          <a:xfrm>
            <a:off x="334963" y="2828836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Практическую часть лучше начинать с архитектуры, потому что она показывает инженерную логику разработки. Расскажите, из каких уровней состоит система и как они взаимодействуют между собой. Обязательно подчеркните, что выбранная структура облегчает сопровождение, тестирование и дальнейшее расширение проекта.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A699CF-D1CA-B9CE-BB48-D3F8066A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3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815A-1678-F1DA-E79A-A2C457C9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D9BF9691-EC40-26D9-E6DE-FA93B3C6E763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75066-AE70-4CD4-1AB9-7D1BDC7D5E23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Используемые технологии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C135E-8834-9F8B-0A3E-968322B3700C}"/>
              </a:ext>
            </a:extLst>
          </p:cNvPr>
          <p:cNvSpPr txBox="1"/>
          <p:nvPr/>
        </p:nvSpPr>
        <p:spPr>
          <a:xfrm>
            <a:off x="334963" y="2828836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 этом слайде важно не просто перечислить технологии, а объяснить, зачем они были выбраны. Для каждой группы инструментов можно назвать роль в проекте: интерфейс, серверная логика, база данных и средства разработки. Комиссия обычно обращает внимание именно на обоснование выбора, а не на красивый список названий.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F6FAF2-7692-1872-7B6C-34C01260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37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BA9F-35A8-D264-65E9-7A9A9031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165960F8-0DD1-A18F-3946-A300768988FA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A85D4-5CB8-16B3-6F61-E4757DCDDA41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База данных и модули системы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39798-EA4D-9067-B832-335E5E05F61E}"/>
              </a:ext>
            </a:extLst>
          </p:cNvPr>
          <p:cNvSpPr txBox="1"/>
          <p:nvPr/>
        </p:nvSpPr>
        <p:spPr>
          <a:xfrm>
            <a:off x="334963" y="2967335"/>
            <a:ext cx="11522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Этот слайд показывает, что разработка не ограничивается интерфейсом: за ним стоит структура данных и набор функциональных модулей. Расскажите о главных сущностях базы данных и связях между ними. Затем кратко перечислите модули системы и их роль в реализации пользовательских сценариев.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D5CE2-CF7D-4B5E-23EC-7D67CEAF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76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BEC4-6826-E130-F029-AD8AD952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D8B78FD-5249-D1A4-0A8E-B3288E3BBFCD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FABA1-B313-A3E1-C233-AD8A7EE8DD66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Ключевой функционал и тестирование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DD5A3-B4C7-8D49-1A62-8F32C118F676}"/>
              </a:ext>
            </a:extLst>
          </p:cNvPr>
          <p:cNvSpPr txBox="1"/>
          <p:nvPr/>
        </p:nvSpPr>
        <p:spPr>
          <a:xfrm>
            <a:off x="334963" y="2828836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Здесь нужно показать, что именно умеет разработанный продукт, и связать функции с потребностями пользователей. Необходимо вставить один-два реальных скриншота интерфейса, но без перегруза мелкими деталями. В блоке тестирования назовите виды проверок и подтвердите, что основные сценарии были успешно протестированы.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C66187-189C-08D2-90A3-2A09FC42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1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A090E-FF32-0AF4-E6AF-68789161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351928D-6ED5-2A17-7CC9-DDD16A386AC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02A5B-C63E-0B0E-2515-31BE9673BB6C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Результаты разработки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0FD29-DA40-EE0E-63E9-2F45E222CD1B}"/>
              </a:ext>
            </a:extLst>
          </p:cNvPr>
          <p:cNvSpPr txBox="1"/>
          <p:nvPr/>
        </p:nvSpPr>
        <p:spPr>
          <a:xfrm>
            <a:off x="334963" y="2967335"/>
            <a:ext cx="11522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Этот слайд фиксирует итог практической части: что именно было создано и какие компоненты вошли в разработку. Желательно говорить конкретно: не просто “система разработана”, а какие функции, модули и элементы проектирования реализованы. В конце подчеркните связь результата с целью ВКР.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D3DB36-228A-ABF1-8306-6E4A3CFB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773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D0EF-7F22-FE1B-9DDD-C7492B3E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C54B2F74-E294-50E0-53D5-2B6090B94844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E6FF5-81C4-EA65-BA00-C87A6C773EEB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Практическая значимость и личный вклад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2EF07-8B32-2525-1F83-0C943CD8525E}"/>
              </a:ext>
            </a:extLst>
          </p:cNvPr>
          <p:cNvSpPr txBox="1"/>
          <p:nvPr/>
        </p:nvSpPr>
        <p:spPr>
          <a:xfrm>
            <a:off x="334963" y="2967335"/>
            <a:ext cx="11522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 этом слайде нужно показать практическую ценность результата и личный вклад автора. Комиссии важно понимать, где продукт может применяться и какая часть работы была выполнена самостоятельно. Сделайте акцент на полном цикле разработки: анализ, проектирование, реализация и тестирование.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11DC4F-9B23-B21E-5DDB-72B33A3F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556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A3F98-31B8-FD48-420F-9D07E70F4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807E95E2-5204-E24E-57BD-98065C9F8A3C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B5F6C-6FA4-BA67-3BF4-FA10000B6716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3A3A9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Заключение и перспективы развития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5C11F-2D42-0483-693E-B4EA6E6B7E62}"/>
              </a:ext>
            </a:extLst>
          </p:cNvPr>
          <p:cNvSpPr txBox="1"/>
          <p:nvPr/>
        </p:nvSpPr>
        <p:spPr>
          <a:xfrm>
            <a:off x="334963" y="2828836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В заключении нужно не пересказывать всю работу, а собрать ключевые результаты. Сначала подтвердите достижение цели и выполнение задач, затем обозначьте практическую значимость. Перспективы развития должны быть реалистичными: расширение функций, интеграции, аналитика, безопасность или эксплуатационные улучшения.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CB80F-20AD-60E3-8BB0-3AC855DD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99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FDE80A-E502-90BC-DB07-A7C0CA3781E9}"/>
              </a:ext>
            </a:extLst>
          </p:cNvPr>
          <p:cNvSpPr txBox="1"/>
          <p:nvPr/>
        </p:nvSpPr>
        <p:spPr>
          <a:xfrm>
            <a:off x="3048965" y="2979290"/>
            <a:ext cx="6094070" cy="442035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25876-30CD-B07B-93CE-521BDE27D769}"/>
              </a:ext>
            </a:extLst>
          </p:cNvPr>
          <p:cNvSpPr txBox="1"/>
          <p:nvPr/>
        </p:nvSpPr>
        <p:spPr>
          <a:xfrm>
            <a:off x="334963" y="0"/>
            <a:ext cx="60940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 финальном слайде следует поблагодарить комиссию и спокойно перейти к вопросам. Не нужно добавлять новые выводы или сложные материалы. Если будет демонстрация продукта отдельно, можно предложить перейти к ней после основных вопросов.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67898-DE62-0CD7-4F0E-3EFE8409C636}"/>
              </a:ext>
            </a:extLst>
          </p:cNvPr>
          <p:cNvSpPr txBox="1"/>
          <p:nvPr/>
        </p:nvSpPr>
        <p:spPr>
          <a:xfrm>
            <a:off x="3048965" y="3440955"/>
            <a:ext cx="60940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Готов(а) ответить на вопросы комиссии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F1C7F-134F-4D75-8FD8-5084202113ED}"/>
              </a:ext>
            </a:extLst>
          </p:cNvPr>
          <p:cNvSpPr txBox="1"/>
          <p:nvPr/>
        </p:nvSpPr>
        <p:spPr>
          <a:xfrm>
            <a:off x="334962" y="4923287"/>
            <a:ext cx="11522075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Репозиторий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вставить ссылку на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-репозиторий с проектом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C934C-B880-6FCD-1027-EEA5FA840AE5}"/>
              </a:ext>
            </a:extLst>
          </p:cNvPr>
          <p:cNvSpPr txBox="1"/>
          <p:nvPr/>
        </p:nvSpPr>
        <p:spPr>
          <a:xfrm>
            <a:off x="334963" y="5292619"/>
            <a:ext cx="11522075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Вставить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-код на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-репозиторий с проектом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80DA23C4-D1C4-8721-9980-3923074D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4587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709</Words>
  <Application>Microsoft Office PowerPoint</Application>
  <PresentationFormat>Широкоэкранный</PresentationFormat>
  <Paragraphs>53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 Cheprasova</dc:creator>
  <cp:lastModifiedBy>Anastasi Cheprasova</cp:lastModifiedBy>
  <cp:revision>2</cp:revision>
  <dcterms:created xsi:type="dcterms:W3CDTF">2026-06-13T14:57:40Z</dcterms:created>
  <dcterms:modified xsi:type="dcterms:W3CDTF">2026-06-13T15:15:42Z</dcterms:modified>
</cp:coreProperties>
</file>